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04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2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78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320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Metropolis Semi Bold" pitchFamily="2" charset="77"/>
                <a:ea typeface="Arial Black" pitchFamily="34" charset="-122"/>
                <a:cs typeface="Trade Gothic Next" panose="020F0502020204030204" pitchFamily="34" charset="0"/>
              </a:rPr>
              <a:t>MELIO</a:t>
            </a:r>
            <a:endParaRPr lang="en-US" sz="6000" b="1" dirty="0">
              <a:latin typeface="Metropolis Semi Bold" pitchFamily="2" charset="77"/>
              <a:cs typeface="Trade Gothic Next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1077686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1DB954"/>
                </a:solidFill>
                <a:latin typeface="Metropolis Semi Bold" pitchFamily="2" charset="77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your mood. your music.</a:t>
            </a:r>
            <a:endParaRPr lang="en-US" sz="1400" b="1" i="1" dirty="0">
              <a:latin typeface="Metropolis Semi Bold" pitchFamily="2" charset="77"/>
              <a:ea typeface="HELVETICA NEUE CONDENSED" panose="02000503000000020004" pitchFamily="2" charset="0"/>
              <a:cs typeface="HELVETICA NEUE CONDENSED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572768"/>
            <a:ext cx="45720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7693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986534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CCCCC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rPr>
              <a:t>Melio is a quiz-based web app that recommends songs based on your mood, energy level, and activity. No endless scrolling required.</a:t>
            </a:r>
            <a:endParaRPr lang="en-US" sz="1300" i="1" dirty="0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3127248"/>
            <a:ext cx="292608" cy="29260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31363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+mj-lt"/>
                <a:ea typeface="Calibri" pitchFamily="34" charset="-122"/>
                <a:cs typeface="Calibri" pitchFamily="34" charset="-120"/>
              </a:rPr>
              <a:t>Answer a short quiz about your mood &amp; preferences</a:t>
            </a:r>
            <a:endParaRPr lang="en-US" sz="120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7472" y="3529584"/>
            <a:ext cx="292608" cy="29260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35387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+mj-lt"/>
                <a:ea typeface="Calibri" pitchFamily="34" charset="-122"/>
                <a:cs typeface="Calibri" pitchFamily="34" charset="-120"/>
              </a:rPr>
              <a:t>App matches answers to songs via tag scoring</a:t>
            </a:r>
            <a:endParaRPr lang="en-US" sz="120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7472" y="3931920"/>
            <a:ext cx="292608" cy="29260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394106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+mj-lt"/>
                <a:ea typeface="Calibri" pitchFamily="34" charset="-122"/>
                <a:cs typeface="Calibri" pitchFamily="34" charset="-120"/>
              </a:rPr>
              <a:t>Get a personalized playlist — instantly</a:t>
            </a:r>
            <a:endParaRPr lang="en-US" sz="12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472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Flask · HTML/CSS · CSV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65760"/>
            <a:ext cx="320040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06440" y="594360"/>
            <a:ext cx="2743200" cy="20574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06440" y="59436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D7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580644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PLAYING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064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Calm Focus Mix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644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 ·  focus  ·  instrumental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3730752"/>
            <a:ext cx="237744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89320" y="3730752"/>
            <a:ext cx="109728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89320" y="38221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09560" y="38221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0644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⏮  ▶  ⏭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64592" y="4956048"/>
            <a:ext cx="8814816" cy="274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5001768"/>
            <a:ext cx="8449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 Desta  ·  App Development  · 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101</Words>
  <Application>Microsoft Macintosh PowerPoint</Application>
  <PresentationFormat>On-screen Show (16:9)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Metropolis Semi Bold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Melio - Music Recommendation App</dc:title>
  <dc:subject>PptxGenJS Presentation</dc:subject>
  <dc:creator>PptxGenJS</dc:creator>
  <cp:lastModifiedBy>Beza Desta</cp:lastModifiedBy>
  <cp:revision>4</cp:revision>
  <dcterms:created xsi:type="dcterms:W3CDTF">2026-05-02T03:26:45Z</dcterms:created>
  <dcterms:modified xsi:type="dcterms:W3CDTF">2026-05-02T03:48:32Z</dcterms:modified>
</cp:coreProperties>
</file>